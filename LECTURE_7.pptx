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10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tutorial builds a BMI Calculator app using Flutter and Dart in Android Studio. Covers project setup, reusable widgets, UI layout, and interactive sliders.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shows final app design first. BMI calculator has InputPage and ResultsPage. Uses ReusableCard widget, custom constants, and Flutter's Slider widget.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project with separate files for each widget and constants.dart for shared styles. The font_awesome_flutter package is added for gender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constants.dart stores all colors and text styles. 'k' prefix is a Dart naming convention. 0xFF prefix is the alpha channel (fully opaque).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a ReusableCard widget avoids repeating Container + BoxDecoration for every card. The cardChild parameter accepts any widget, making the card very flexible.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IconContent widget displays an icon and label. Column with mainAxisAlignment.center vertically centers children. SizedBox acts as a spacer — a common Flutter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InputPage uses Column of Expanded widgets. Expanded makes each section take equal vertical space. Gender row uses Row with two Expanded children — each gets equal width. This nested Expanded pattern is fundamental to Flutter layouts.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enum instead of boolean — more readable and extensible. GestureDetector wraps the card for tap detection. setState() updates selectedGender and triggers a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gotcha: Slider uses doubles but we store height as int. Use .toDouble() passing to slider and .round() when saving in setState. crossAxisAlignment.baseline aligns the large number with the 'cm'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RoundIconButton wraps RawMaterialButton for a circular button with custom fill color. weight++ and weight-- inside setState directly increment/decrement. Both weight and age cards reuse the same widget.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BMI formula: weight / (height/100)^2. pow() from dart:math. Navigator.push for screen navigation, passing results as constructor args.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6 key Flutter concepts from this tutorial. Each applies beyond this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Calculator App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&amp; Dart Tutorial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2926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553B1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926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926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C8A2E"/>
          </a:solidFill>
          <a:ln w="12700">
            <a:solidFill>
              <a:srgbClr val="3C8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9260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8B2ABE"/>
          </a:solidFill>
          <a:ln w="12700">
            <a:solidFill>
              <a:srgbClr val="8B2A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Level: Beginner–Intermediate  |  Language: Dart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BMI Calculator with a sleek dark UI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1965960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01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3225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Selection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Tappable cards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Male/Female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active/inactive states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96312" y="1664208"/>
            <a:ext cx="1965960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96312" y="1801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96312" y="23225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Slider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2670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(120–220 cm)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cross-axis alignment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664208"/>
            <a:ext cx="1965960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801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26864" y="23225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&amp; 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26864" y="2670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Increment/Decrement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for Weight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Age inputs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57416" y="1664208"/>
            <a:ext cx="1965960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57416" y="18013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57416" y="23225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Results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57416" y="26700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score, category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reusable layout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Dark-themed UI with custom colors. Users select gender, adjust height/weight/age, and calculate BMI.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6580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474720" cy="30175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4C5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bmi-calculator/lib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main.dart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input_page.dart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reusable_card.dart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45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icon_content.dart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constants.dart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results_page.dart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664208"/>
            <a:ext cx="475488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1755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dependencies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2103120"/>
            <a:ext cx="4754880" cy="877824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33088" y="2176272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sdk: flutter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font_awesome_flutter: ^11.0.0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0" y="3172968"/>
            <a:ext cx="475488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60520" y="32644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35844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 for interactive screens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files for clean code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file for reusable styles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font_awesome_flutter for icons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The project uses flutter create and organizes code into separate dart files for each widget/screen.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Constants &amp; Styles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constants.dart — Centralized colors and text styles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297680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37360"/>
            <a:ext cx="407822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kBottomContainerHeight = 80.0;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kActiveCardColour   = Color(0xFF1D1E33);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kInactiveCardColour = Color(0xFF111328);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kBottomContainerColour = Color(0xFFEB1555);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kLabelTextStyle = TextStyle(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fontSize: 18.0,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Color(0xFF8D8E98),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kNumberTextStyle = TextStyle(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fontSize: 50.0,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fontWeight: FontWeight.w900,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664208"/>
            <a:ext cx="393192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Constants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209397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kActiveCardColour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0" y="209397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blue #1D1E33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83480" y="236829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kInactiveCardColour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0" y="236829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#111328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64261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kBottomContainerColour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0" y="264261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Pink/Red #EB1555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990088"/>
            <a:ext cx="393192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81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Constants?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401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colors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global theme changes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magic numbers in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prefix = Dart naming convention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Using const improves performance — Flutter won't rebuild constant widgets.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ReusableCard Widget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customizable card container used throughout the app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4663440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37360"/>
            <a:ext cx="44439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ReusableCard extends StatelessWidget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ReusableCard({@required this.colour,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this.cardChild});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Color colour;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Widget cardChild;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Container(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cardChild,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margin: EdgeInsets.all(15.0),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decoration: BoxDecoration(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color: colour,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borderRadius: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BorderRadius.circular(10.0),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1664208"/>
            <a:ext cx="35661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20939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StatelessWidget — no state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Color and child Widget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 via BoxDecoration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@required for mandatory colour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172968"/>
            <a:ext cx="35661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49240" y="3264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3584448"/>
            <a:ext cx="3566160" cy="1005840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3657600"/>
            <a:ext cx="3346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ReusableCard(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colour: kActiveCardColour,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cardChild: IconContent(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icon: FontAwesomeIcons.mars,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'MALE',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The ReusableCard pattern avoids code duplication — every panel in the app uses this same widget.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65760" y="847493"/>
            <a:ext cx="4663440" cy="3834235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IconContent Widget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icon_content.dart — Icon + Label for gender cards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331456"/>
            <a:ext cx="44439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labelTextStyle = TextStyle(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fontSize: 18.0,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Color(0xFF8D8E98),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IconContent extends StatelessWidget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IconContent({this.icon, this.label});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IconData icon;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String label;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Column(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mainAxisAlignment: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MainAxisAlignment.center,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children: &lt;Widget&gt;[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Icon(icon, size: 80.0),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SizedBox(height: 15.0),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Text(label, style: labelTextStyle),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1664208"/>
            <a:ext cx="3566160" cy="1143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20939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Icon (size: 80)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SizedBox (h: 15)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Text (label)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2898648"/>
            <a:ext cx="356616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49240" y="2990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FontAwesome Icons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3328416"/>
            <a:ext cx="3566160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3401568"/>
            <a:ext cx="3346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Male: FontAwesomeIcons.mars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Female: FontAwesomeIcons.venus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3904488"/>
            <a:ext cx="356616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39502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mainAxisAlignment: center vertically centers all children within the Column widget.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font_awesome_flutter gives access to hundreds of icons including mars ♂ and venus ♀.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InputPage Layout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main screen with Column &amp; Expanded widgets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3200400" cy="3017520"/>
          </a:xfrm>
          <a:prstGeom prst="rect">
            <a:avLst/>
          </a:prstGeom>
          <a:solidFill>
            <a:srgbClr val="1D1E33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3017520" cy="347472"/>
          </a:xfrm>
          <a:prstGeom prst="rect">
            <a:avLst/>
          </a:prstGeom>
          <a:solidFill>
            <a:srgbClr val="0553B1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48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AppBar 'BMI CALCULATOR'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3017520" cy="530352"/>
          </a:xfrm>
          <a:prstGeom prst="rect">
            <a:avLst/>
          </a:prstGeom>
          <a:solidFill>
            <a:srgbClr val="2C3E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780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→ Expanded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Card  |  Female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3017520" cy="585216"/>
          </a:xfrm>
          <a:prstGeom prst="rect">
            <a:avLst/>
          </a:prstGeom>
          <a:solidFill>
            <a:srgbClr val="2C3E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06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Card + Slider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58184"/>
            <a:ext cx="3017520" cy="484632"/>
          </a:xfrm>
          <a:prstGeom prst="rect">
            <a:avLst/>
          </a:prstGeom>
          <a:solidFill>
            <a:srgbClr val="2C3E5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58184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→ Expanded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Card  |  Age Card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25112"/>
            <a:ext cx="3017520" cy="256032"/>
          </a:xfrm>
          <a:prstGeom prst="rect">
            <a:avLst/>
          </a:prstGeom>
          <a:solidFill>
            <a:srgbClr val="8B153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25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Button CALCULATE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664208"/>
            <a:ext cx="5029200" cy="3017520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737360"/>
            <a:ext cx="480974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&lt;Widget&gt;[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Expanded(          // Gender Row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Row(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children: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Expanded(child: ReusableCard()),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Expanded(child: ReusableCard()),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Expanded(          // Height Card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ReusableCard(...),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Expanded(          // Weight &amp; 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Row(children: [...]),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Expanded fills available space. Nested Rows/Columns inside Expanded create a responsive grid layout.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65760" y="1280160"/>
            <a:ext cx="4663440" cy="3401568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Selection &amp; State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enums and setState() to toggle active/inactive cards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4439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Gender { male, female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 selectedGender;  // state variable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build() → gender cards row: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GestureDetector(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onTap: 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setState(()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selectedGender = Gender.male;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child: ReusableCard(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colour: selectedGender == Gender.male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kActiveCardColour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kInactiveCardColour,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cardChild: IconContent(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icon: FontAwesomeIcons.mars,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label: 'MALE',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0" y="1664208"/>
            <a:ext cx="35661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20939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Gender prevents invalid states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GestureDetector detects card taps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triggers UI rebuild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switches card color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172968"/>
            <a:ext cx="35661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49240" y="3264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Inactive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630168"/>
            <a:ext cx="2011680" cy="256032"/>
          </a:xfrm>
          <a:prstGeom prst="rect">
            <a:avLst/>
          </a:prstGeom>
          <a:solidFill>
            <a:srgbClr val="1D1E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630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kActiveCardColour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3950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Unselected: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950208"/>
            <a:ext cx="2011680" cy="256032"/>
          </a:xfrm>
          <a:prstGeom prst="rect">
            <a:avLst/>
          </a:prstGeom>
          <a:solidFill>
            <a:srgbClr val="1113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kInactiveCardColour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Enums are safer than Strings/booleans for tracking selection between limited options.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306324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0" y="2788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3815"/>
            <a:ext cx="4663440" cy="4639353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" y="1003350"/>
            <a:ext cx="44439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height = 180;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ReusableCard(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colour: kActiveCardColour,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cardChild: Column(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mainAxisAlignment: MainAxisAlignment.center,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children: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Text('HEIGHT', style: kLabelTextStyle),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Row(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mainAxisAlignment: MainAxisAlignment.center,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crossAxisAlignment: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CrossAxisAlignment.baseline,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textBaseline: TextBaseline.alphabetic,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Text(height.toString(),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style: kNumberTextStyle),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Text('cm', style: kLabelTextStyle),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      ),</a:t>
            </a:r>
          </a:p>
          <a:p>
            <a:pPr marL="0" indent="0">
              <a:buNone/>
            </a:pP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SliderTheme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</a:t>
            </a:r>
          </a:p>
          <a:p>
            <a:pPr marL="0" indent="0">
              <a:buNone/>
            </a:pP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data:SliderTheme.of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(context).</a:t>
            </a: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copyWith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</a:t>
            </a:r>
          </a:p>
          <a:p>
            <a:pPr lvl="1"/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activeTrackColor:Colors.white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,</a:t>
            </a:r>
          </a:p>
          <a:p>
            <a:pPr lvl="1"/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inactiveColor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Color(0xFF8D8E98),</a:t>
            </a:r>
            <a:endParaRPr lang="en-US" sz="900" dirty="0">
              <a:solidFill>
                <a:srgbClr val="A9D1F7"/>
              </a:solidFill>
              <a:latin typeface="Consolas" pitchFamily="34" charset="0"/>
              <a:cs typeface="Consolas" pitchFamily="34" charset="-120"/>
            </a:endParaRPr>
          </a:p>
          <a:p>
            <a:pPr lvl="1"/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thumbColor:Color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(0xFFEB1555),</a:t>
            </a:r>
          </a:p>
          <a:p>
            <a:pPr lvl="1"/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overlayColor:Color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(0x29EB1555),</a:t>
            </a:r>
          </a:p>
          <a:p>
            <a:pPr lvl="1"/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thumbShape:RoundSliderThumbShape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(enableThumbRadius:15.0),</a:t>
            </a:r>
          </a:p>
          <a:p>
            <a:pPr lvl="1"/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overlayShape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: </a:t>
            </a: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RoundSliderOverlayShape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(overlayRadius:30.0),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	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 Slider(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value: height.toDouble(),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min: 120.0, max: 220.0,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onChanged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(double v)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setState(()=&gt;height=</a:t>
            </a:r>
            <a:r>
              <a:rPr lang="en-US" sz="900" dirty="0" err="1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v.round</a:t>
            </a: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        },      ),),    ],  ),)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1664208"/>
            <a:ext cx="35661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Properties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21031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21031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height (double)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49240" y="23317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/ max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23317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120.0 / 220.0 cm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9240" y="25603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activeColor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0" y="25603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#EB1555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27889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inactiveColor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0" y="27889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#8D8E98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9240" y="30175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301752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w/ new value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3264408"/>
            <a:ext cx="35661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36941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uses double; height is 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.toDouble() in, .round() to save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CrossAxisAlignment.baseline aligns '180' with 'cm'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TextBaseline.alphabetic required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The Slider calls onChanged continuously as the user drags — setState is called on every change.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438184" y="658368"/>
            <a:ext cx="4248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Card &amp; Slider Widget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Flutter's Slider to select height (120–220 cm)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276606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0" y="29946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&amp; Age Cards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76606"/>
            <a:ext cx="4663440" cy="4496562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250" y="1056132"/>
            <a:ext cx="444398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RoundIconButton extends StatelessWidget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RoundIconButton({this.icon, this.onPressed});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IconData icon;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Function onPressed;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RawMaterialButton(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onPressed: onPressed,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Icon(icon),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shape: CircleBorder(),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elevation: 6.0,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fillColor: Color(0xFF4C4F5E),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constraints: BoxConstraints.tightFor(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width: 56.0, height: 56.0,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in Weight Card: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weight = 60;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Row(children: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RoundIconButton(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icon: FontAwesomeIcons.minus,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onPressed: () { setState(()=&gt;weight--);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Text('$weight', style: kNumberTextStyle),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RoundIconButton(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icon: FontAwesomeIcons.plus,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onPressed: () { setState(()=&gt;weight++);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1664208"/>
            <a:ext cx="3566160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RawMaterialButton vs IconButton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20939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full shape customization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CircleBorder() gives round button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fillColor sets background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elevation: 6 adds a drop shadow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172968"/>
            <a:ext cx="35661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49240" y="32644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3602736"/>
            <a:ext cx="3566160" cy="502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3675888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height = 180;  // cm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weight = 60;   // kg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   = 20;   // years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weight-- and weight++ shorthand inside setState directly increments/decrements the int.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Creating RoundIconButton avoids repeating RawMaterialButton code for both + and − in Weight and Age cards.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RoundIconButton — custom reusable button for +/− controls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238599"/>
            <a:ext cx="1371600" cy="2560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70064" y="21495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54C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to results and computing the BMI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66907"/>
            <a:ext cx="4480560" cy="4614821"/>
          </a:xfrm>
          <a:prstGeom prst="rect">
            <a:avLst/>
          </a:prstGeom>
          <a:solidFill>
            <a:srgbClr val="1E2A3A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38550"/>
            <a:ext cx="426110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Calculate BMI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bmi = weight / pow(height / 100, 2);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result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getResult()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(bmi &gt;= 25)       return 'Overweight';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(bmi &gt; 18.5) return 'Normal';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                 return 'Underweight’;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>
              <a:solidFill>
                <a:srgbClr val="A9D1F7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// 3. interpretation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String </a:t>
            </a:r>
            <a:r>
              <a:rPr lang="en-US" sz="1050" dirty="0" err="1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getInterpretation</a:t>
            </a:r>
            <a:r>
              <a:rPr lang="en-US" sz="105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(){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050" dirty="0" err="1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25)    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'You have a higher than normal body weight. Try to 	exercise more.';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(</a:t>
            </a:r>
            <a:r>
              <a:rPr lang="en-US" sz="1050" dirty="0" err="1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18.5)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'You have a normal body weight. Good job!';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      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'You have a lower than normal body weight. You can eat a bit more.’; </a:t>
            </a:r>
            <a:r>
              <a:rPr lang="en-US" sz="1050" dirty="0">
                <a:solidFill>
                  <a:srgbClr val="A9D1F7"/>
                </a:solidFill>
                <a:latin typeface="Consolas" pitchFamily="34" charset="0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Navigate to results page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context,  MaterialPageRoute(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builder: (context) =&gt; ResultsPage(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bmiResult: bmi.toStringAsFixed(1),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resultText: getResult(),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interpretation: getInterpretation(),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0" y="1664208"/>
            <a:ext cx="3749040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80113" y="1954363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= weight (kg) ÷ height² (m)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297002"/>
            <a:ext cx="1188720" cy="738806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297002"/>
            <a:ext cx="1188720" cy="73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18.5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Underweight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You have a lower than normal body weight. You can eat a bit more.</a:t>
            </a:r>
          </a:p>
        </p:txBody>
      </p:sp>
      <p:sp>
        <p:nvSpPr>
          <p:cNvPr id="13" name="Shape 11"/>
          <p:cNvSpPr/>
          <p:nvPr/>
        </p:nvSpPr>
        <p:spPr>
          <a:xfrm>
            <a:off x="6327648" y="2297002"/>
            <a:ext cx="1188720" cy="746091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97002"/>
            <a:ext cx="1188720" cy="738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18.5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You have a normal body weight. Good job!</a:t>
            </a:r>
          </a:p>
        </p:txBody>
      </p:sp>
      <p:sp>
        <p:nvSpPr>
          <p:cNvPr id="15" name="Shape 13"/>
          <p:cNvSpPr/>
          <p:nvPr/>
        </p:nvSpPr>
        <p:spPr>
          <a:xfrm>
            <a:off x="7552944" y="2289717"/>
            <a:ext cx="1188720" cy="746091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89520" y="2289717"/>
            <a:ext cx="1188720" cy="723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You have a higher than normal body weight. Try to exercise more.</a:t>
            </a:r>
          </a:p>
        </p:txBody>
      </p:sp>
      <p:sp>
        <p:nvSpPr>
          <p:cNvPr id="17" name="Shape 15"/>
          <p:cNvSpPr/>
          <p:nvPr/>
        </p:nvSpPr>
        <p:spPr>
          <a:xfrm>
            <a:off x="5029200" y="3355848"/>
            <a:ext cx="3749040" cy="13258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34472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785616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Navigator.push() navigates forward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MaterialPageRoute wraps target page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as constructor arguments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 has 'RE-CALCULATE' button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Use dart:math import for pow(). toStringAsFixed(1) rounds BMI to 1 decimal place.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Calculation &amp; Results Page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92608" cy="1508760"/>
          </a:xfrm>
          <a:prstGeom prst="rect">
            <a:avLst/>
          </a:prstGeom>
          <a:solidFill>
            <a:srgbClr val="0553B1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051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Widgets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435608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repeated UI into custom widgets (ReusableCard, RoundIconButton) to keep code DRY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92608" cy="1508760"/>
          </a:xfrm>
          <a:prstGeom prst="rect">
            <a:avLst/>
          </a:prstGeom>
          <a:solidFill>
            <a:srgbClr val="2C8A3E"/>
          </a:solidFill>
          <a:ln w="12700">
            <a:solidFill>
              <a:srgbClr val="2C8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332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1051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4448" y="1435608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colors and text styles in constants.dart using the k-prefix naming convention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60120"/>
            <a:ext cx="292608" cy="1508760"/>
          </a:xfrm>
          <a:prstGeom prst="rect">
            <a:avLst/>
          </a:prstGeom>
          <a:solidFill>
            <a:srgbClr val="8B2ABE"/>
          </a:solidFill>
          <a:ln w="12700">
            <a:solidFill>
              <a:srgbClr val="8B2A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332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105156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Layout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1435608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Expanded inside Column/Row for responsive layouts that fill available screen space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26517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33472"/>
            <a:ext cx="292608" cy="1508760"/>
          </a:xfrm>
          <a:prstGeom prst="rect">
            <a:avLst/>
          </a:prstGeom>
          <a:solidFill>
            <a:srgbClr val="A85A00"/>
          </a:solidFill>
          <a:ln w="12700">
            <a:solidFill>
              <a:srgbClr val="A85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066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272491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&amp; Enums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31089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enums for finite states and setState() to trigger UI rebuilds on state change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633472"/>
            <a:ext cx="26517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633472"/>
            <a:ext cx="292608" cy="150876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7066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84448" y="272491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Widget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84448" y="31089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between int/double (.toDouble(), .round()) when working with Slider widget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633472"/>
            <a:ext cx="265176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633472"/>
            <a:ext cx="292608" cy="1508760"/>
          </a:xfrm>
          <a:prstGeom prst="rect">
            <a:avLst/>
          </a:prstGeom>
          <a:solidFill>
            <a:srgbClr val="1A8A8A"/>
          </a:solidFill>
          <a:ln w="12700">
            <a:solidFill>
              <a:srgbClr val="1A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7066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19088" y="272491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19088" y="3108960"/>
            <a:ext cx="21762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Navigator.push + MaterialPageRoute for screen transitions; pass data via constructors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2299</Words>
  <Application>Microsoft Macintosh PowerPoint</Application>
  <PresentationFormat>On-screen Show (16:9)</PresentationFormat>
  <Paragraphs>408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Mustafa Bamboat</cp:lastModifiedBy>
  <cp:revision>12</cp:revision>
  <dcterms:created xsi:type="dcterms:W3CDTF">2026-04-22T04:22:24Z</dcterms:created>
  <dcterms:modified xsi:type="dcterms:W3CDTF">2026-04-23T17:26:32Z</dcterms:modified>
</cp:coreProperties>
</file>